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755e70ce574227" /><Relationship Type="http://schemas.openxmlformats.org/officeDocument/2006/relationships/extended-properties" Target="/docProps/app.xml" Id="R2439314caa53458f" /><Relationship Type="http://schemas.openxmlformats.org/officeDocument/2006/relationships/officeDocument" Target="/ppt/presentation.xml" Id="R3fc3e59fc42045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a8571e15d84005"/>
  </p:sldMasterIdLst>
  <p:notesMasterIdLst>
    <p:notesMasterId xmlns:r="http://schemas.openxmlformats.org/officeDocument/2006/relationships" r:id="R034dc4012e804986"/>
  </p:notesMasterIdLst>
  <p:sldIdLst>
    <p:sldId xmlns:r="http://schemas.openxmlformats.org/officeDocument/2006/relationships" id="256" r:id="R773c7dacea7349be"/>
    <p:sldId xmlns:r="http://schemas.openxmlformats.org/officeDocument/2006/relationships" id="257" r:id="R2944b41ca1f44a8f"/>
    <p:sldId xmlns:r="http://schemas.openxmlformats.org/officeDocument/2006/relationships" id="258" r:id="R632deb540d8d43f3"/>
    <p:sldId xmlns:r="http://schemas.openxmlformats.org/officeDocument/2006/relationships" id="259" r:id="Rf34d235706764c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2e41a666cc4e89" /><Relationship Type="http://schemas.openxmlformats.org/officeDocument/2006/relationships/slideMaster" Target="/ppt/slideMasters/slideMaster1.xml" Id="R62a8571e15d84005" /><Relationship Type="http://schemas.openxmlformats.org/officeDocument/2006/relationships/notesMaster" Target="/ppt/notesMasters/notesMaster1.xml" Id="R034dc4012e804986" /><Relationship Type="http://schemas.openxmlformats.org/officeDocument/2006/relationships/presProps" Target="/ppt/presProps.xml" Id="R25f5666500d14d5e" /><Relationship Type="http://schemas.openxmlformats.org/officeDocument/2006/relationships/tableStyles" Target="/ppt/tableStyles.xml" Id="Ree591de4c7f547d3" /><Relationship Type="http://schemas.openxmlformats.org/officeDocument/2006/relationships/slide" Target="/ppt/slides/slide1.xml" Id="R773c7dacea7349be" /><Relationship Type="http://schemas.openxmlformats.org/officeDocument/2006/relationships/slide" Target="/ppt/slides/slide2.xml" Id="R2944b41ca1f44a8f" /><Relationship Type="http://schemas.openxmlformats.org/officeDocument/2006/relationships/slide" Target="/ppt/slides/slide3.xml" Id="R632deb540d8d43f3" /><Relationship Type="http://schemas.openxmlformats.org/officeDocument/2006/relationships/slide" Target="/ppt/slides/slide4.xml" Id="Rf34d235706764c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9790e6cfc4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02c99f0f4a4d9b" /><Relationship Type="http://schemas.openxmlformats.org/officeDocument/2006/relationships/notesMaster" Target="/ppt/notesMasters/notesMaster1.xml" Id="R10e776bb96e544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063706e7e64d80" /><Relationship Type="http://schemas.openxmlformats.org/officeDocument/2006/relationships/notesMaster" Target="/ppt/notesMasters/notesMaster1.xml" Id="R4edee895412047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e846f591614d56" /><Relationship Type="http://schemas.openxmlformats.org/officeDocument/2006/relationships/notesMaster" Target="/ppt/notesMasters/notesMaster1.xml" Id="Rb940f6b21a0744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579b327fb04da4" /><Relationship Type="http://schemas.openxmlformats.org/officeDocument/2006/relationships/notesMaster" Target="/ppt/notesMasters/notesMaster1.xml" Id="R6f12f480f3db40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proyecto Crear Context, actualizado el 4 de septiembre de 2026. Objetivo de la presentación: explicar el problema y la solución de la iniciativa.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Crear Context, sección 'Qué problema resuelve'. El flujo actual entrega params con variables ya resueltas; la información de sus productores y relaciones no cruza hacia el control plane.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Crear Context, contrato de iteración 1.5. Context contiene username, dataProduct, component con latestVersion inputs y outputs, sources y destinations. DeploymentTriggerMessage conserva compatibilidad con context nullable.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Crear Context, objetivo y contrato vigente. Context aplica a deploy y undeploy; actions queda fuera de esta entrega. Los valores sensibles los cifra el control plane antes de persistirlos en _values.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60fa1536c46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087a3f1eea403a" /><Relationship Type="http://schemas.openxmlformats.org/officeDocument/2006/relationships/slideLayout" Target="/ppt/slideLayouts/slideLayout1.xml" Id="Rfb0405a62c764a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0405a62c764a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52206db794f51" /><Relationship Type="http://schemas.openxmlformats.org/officeDocument/2006/relationships/notesSlide" Target="/ppt/notesSlides/notesSlide1.xml" Id="Rf4f77e993d4c42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6f6733ff64e72" /><Relationship Type="http://schemas.openxmlformats.org/officeDocument/2006/relationships/notesSlide" Target="/ppt/notesSlides/notesSlide2.xml" Id="R7c60677034524f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93548112748ca" /><Relationship Type="http://schemas.openxmlformats.org/officeDocument/2006/relationships/notesSlide" Target="/ppt/notesSlides/notesSlide3.xml" Id="Rc19265cc25314f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bce33fbbf4953" /><Relationship Type="http://schemas.openxmlformats.org/officeDocument/2006/relationships/notesSlide" Target="/ppt/notesSlides/notesSlide4.xml" Id="R77b17fc94a7146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7F30E-BFDA-47E8-BD9E-2F40E40E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3D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DFC94-F39F-4FDC-A7AE-DF0F5429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Octopus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6D259-3DFC-40DD-9F02-791CAB30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Implementación de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02C26-F249-4024-ADA1-CD65F518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B6479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B6479"/>
                </a:solidFill>
                <a:latin typeface="Aptos"/>
                <a:ea typeface="Aptos"/>
                <a:cs typeface="Aptos"/>
              </a:rPr>
              <a:t>Más información para los control planes, sin cambiar el comportamiento actual de deploy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88CCC-F232-424C-A331-11FBF792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3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7FD83-3CD1-404B-97DE-AEC965B3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73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73D6"/>
                </a:solidFill>
                <a:latin typeface="Aptos"/>
                <a:ea typeface="Aptos"/>
                <a:cs typeface="Aptos"/>
              </a:rPr>
              <a:t>RIO · Playmaker + SDK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0A20A-3516-4FF8-AEBE-10898475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5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Context viaja como un campo opcional en cada mensaje de deployment.</a:t>
            </a:r>
          </a:p>
        </p:txBody>
      </p:sp>
    </p:spTree>
    <p:extLst>
      <p:ext uri="{BB962C8B-B14F-4D97-AF65-F5344CB8AC3E}">
        <p14:creationId xmlns:p14="http://schemas.microsoft.com/office/powerpoint/2010/main" val="778259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6E41D-E997-4F5B-A895-64373B7B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3D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3227B-D040-4594-9E55-57F9E722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Octopus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33AD2-4CBE-4527-A6D2-F430A8AE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90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19676-D66D-4EA8-B26F-9285E44A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El problema: el control plane recibe valores sin explicación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584D0-B830-4D38-BA5C-0A0B3EC2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A4E26-07D5-4B75-BDBE-0F90D2F5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73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73D6"/>
                </a:solidFill>
                <a:latin typeface="Aptos"/>
                <a:ea typeface="Aptos"/>
                <a:cs typeface="Aptos"/>
              </a:rPr>
              <a:t>Hoy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5B663-F8CF-45A1-A6AF-5E14BA3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914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params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7DB6A-F3A2-49B1-87D8-1DE26742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47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479"/>
                </a:solidFill>
                <a:latin typeface="Aptos"/>
                <a:ea typeface="Aptos"/>
                <a:cs typeface="Aptos"/>
              </a:rPr>
              <a:t>"broker:9092"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F2290-89FD-4EFD-A5CB-5DB08B06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El valor ya llega resuelto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97632-6926-4DC0-8FB4-16E26622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46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4646"/>
                </a:solidFill>
                <a:latin typeface="Aptos"/>
                <a:ea typeface="Aptos"/>
                <a:cs typeface="Aptos"/>
              </a:rPr>
              <a:t>Lo que no recibe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C6CEB-5406-4500-9658-27ED6676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1A2B"/>
                </a:solidFill>
                <a:latin typeface="Aptos"/>
                <a:ea typeface="Aptos"/>
                <a:cs typeface="Aptos"/>
              </a:rPr>
              <a:t>De qué componente viene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7930A-7C50-4E7B-B284-3B6E0456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04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1A2B"/>
                </a:solidFill>
                <a:latin typeface="Aptos"/>
                <a:ea typeface="Aptos"/>
                <a:cs typeface="Aptos"/>
              </a:rPr>
              <a:t>Qué outputs publican sus relaciones activas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7747F-F926-4A93-8034-BC8CC87F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9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1A2B"/>
                </a:solidFill>
                <a:latin typeface="Aptos"/>
                <a:ea typeface="Aptos"/>
                <a:cs typeface="Aptos"/>
              </a:rPr>
              <a:t>Cuál fue su última versión desplegada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62C6B-967F-4FAE-8F10-8E2257C5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Resultado: el control plane no puede interpretar ni extender el deployment con información del ecosistema del componente.</a:t>
            </a:r>
          </a:p>
        </p:txBody>
      </p:sp>
    </p:spTree>
    <p:extLst>
      <p:ext uri="{BB962C8B-B14F-4D97-AF65-F5344CB8AC3E}">
        <p14:creationId xmlns:p14="http://schemas.microsoft.com/office/powerpoint/2010/main" val="1776960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FC52C-7C9F-4C57-9D06-361340C7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3D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F25D4-30C7-4C98-8A4A-107AE544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Octopus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FF7E2-F081-41D8-BBD5-2EC1DFE3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90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1688E-ACBD-43F4-B3C5-C2422180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57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La iniciativa agrega un Context efímero al mensaje de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1D57D-4A36-479C-8E45-64677DF9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FF96E-657F-44B7-8F64-2B10349E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3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1E2BC-B89E-45A4-A450-DC7C096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9"/>
                </a:solidFill>
                <a:latin typeface="Aptos"/>
                <a:ea typeface="Aptos"/>
                <a:cs typeface="Aptos"/>
              </a:rPr>
              <a:t>Se calcula por componente, justo antes del dispatch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B9BB2-EA81-4AC7-A343-852ADBCB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6A0D5-9F02-4981-8677-0F7A6FE3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384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Usuario, data product, componente y versión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174FB-C741-4A77-AD35-962D62C2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Topología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4B989-D64A-4485-B3CD-AE215E1B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Sources y destinations activas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82558-AAE8-4974-865F-164E020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195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Valores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531DA-5FC9-4C2D-B39F-CA3D4984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529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Inputs de la última versión y outputs generados por los 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EC444-C4C4-461C-ABFF-D91C9F74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Compatibilidad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47E8F-E335-48A8-B2A1-6216D1D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Campo nullable y aditivo. Los CP actuales pueden ignorarlo.</a:t>
            </a:r>
          </a:p>
        </p:txBody>
      </p:sp>
    </p:spTree>
    <p:extLst>
      <p:ext uri="{BB962C8B-B14F-4D97-AF65-F5344CB8AC3E}">
        <p14:creationId xmlns:p14="http://schemas.microsoft.com/office/powerpoint/2010/main" val="846005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570DC-92B4-47CB-9D64-43CE1806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3D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FC539-61F0-4302-97D3-3D4467AB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Octopus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378D4-DDEA-4BBB-B45D-E911B23B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90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6646D-3C1B-484D-A837-DA7EED4F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Qué habilita y qué mantiene estable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5BCC0-19AC-4B04-9679-35D4CD64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E4DDD-D950-4713-A922-FAD7C719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B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87B62"/>
                </a:solidFill>
                <a:latin typeface="Aptos"/>
                <a:ea typeface="Aptos"/>
                <a:cs typeface="Aptos"/>
              </a:rPr>
              <a:t>Qué habilita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3395A-538E-47B8-AC38-79B39091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4476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Los control planes reciben el contexto necesario para futuras capacidades sin reconstruir relaciones ni outputs.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61A73-FB43-42BB-9400-817E9A93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95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1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La misma estructura sirve para deploy y undeploy.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28E1A-D456-49EA-BE36-1F9F0D2D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El manejo de información sensible permanece en el control plane antes de persistir outputs.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D4017-54FB-4706-942E-930F5846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C73D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C73D6"/>
                </a:solidFill>
                <a:latin typeface="Aptos"/>
                <a:ea typeface="Aptos"/>
                <a:cs typeface="Aptos"/>
              </a:rPr>
              <a:t>Qué se mantiene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CD40E-6E64-4481-B6B6-0064D365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params sigue siendo la configuración de la operación actual.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7264B-0CDD-4090-AB68-B745D702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Context no se persiste y no modifica el flujo existente de deployment.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5CB33-8DC4-4C44-8456-5AE334F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291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La adopción funcional por cada control plane queda para iniciativas posteriores.</a:t>
            </a:r>
          </a:p>
        </p:txBody>
      </p:sp>
    </p:spTree>
    <p:extLst>
      <p:ext uri="{BB962C8B-B14F-4D97-AF65-F5344CB8AC3E}">
        <p14:creationId xmlns:p14="http://schemas.microsoft.com/office/powerpoint/2010/main" val="933957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2026-09-04T18:44:37.6710000Z</dcterms:created>
  <dcterms:modified xsi:type="dcterms:W3CDTF">2026-09-04T18:44:37.6710000Z</dcterms:modified>
</coreProperties>
</file>