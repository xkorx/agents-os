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84a647e27a4152" /><Relationship Type="http://schemas.openxmlformats.org/officeDocument/2006/relationships/extended-properties" Target="/docProps/app.xml" Id="Ra55869fec8214f79" /><Relationship Type="http://schemas.openxmlformats.org/officeDocument/2006/relationships/officeDocument" Target="/ppt/presentation.xml" Id="R890b8d4f4228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0b575e210f475f"/>
  </p:sldMasterIdLst>
  <p:notesMasterIdLst>
    <p:notesMasterId xmlns:r="http://schemas.openxmlformats.org/officeDocument/2006/relationships" r:id="Rb6061273e9df40d1"/>
  </p:notesMasterIdLst>
  <p:sldIdLst>
    <p:sldId xmlns:r="http://schemas.openxmlformats.org/officeDocument/2006/relationships" id="256" r:id="R89abce24e9974b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08a9e72ff445a" /><Relationship Type="http://schemas.openxmlformats.org/officeDocument/2006/relationships/slideMaster" Target="/ppt/slideMasters/slideMaster1.xml" Id="R2e0b575e210f475f" /><Relationship Type="http://schemas.openxmlformats.org/officeDocument/2006/relationships/notesMaster" Target="/ppt/notesMasters/notesMaster1.xml" Id="Rb6061273e9df40d1" /><Relationship Type="http://schemas.openxmlformats.org/officeDocument/2006/relationships/presProps" Target="/ppt/presProps.xml" Id="Ra009fa6d12814180" /><Relationship Type="http://schemas.openxmlformats.org/officeDocument/2006/relationships/tableStyles" Target="/ppt/tableStyles.xml" Id="Re01438d54fe1436f" /><Relationship Type="http://schemas.openxmlformats.org/officeDocument/2006/relationships/slide" Target="/ppt/slides/slide1.xml" Id="R89abce24e997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f1bf0b53048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1aaff5553b4ec0" /><Relationship Type="http://schemas.openxmlformats.org/officeDocument/2006/relationships/notesMaster" Target="/ppt/notesMasters/notesMaster1.xml" Id="Rcd4c51cea77e4f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proyecto Crear Context, actualizado el 4 de septiembre de 2026. Context se envía como campo opcional y aditivo en DeploymentTriggerMessage; la iniciativa expone relaciones y valores relevantes sin cambiar params ni exigir adopción inmediata de los control planes.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1cfe4f1aa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d68b8e670458a" /><Relationship Type="http://schemas.openxmlformats.org/officeDocument/2006/relationships/slideLayout" Target="/ppt/slideLayouts/slideLayout1.xml" Id="R053ec1d460c34a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ec1d460c34a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d3f15389b4062" /><Relationship Type="http://schemas.openxmlformats.org/officeDocument/2006/relationships/notesSlide" Target="/ppt/notesSlides/notesSlide1.xml" Id="R42d7df5c81f1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81F07-39BA-4B76-9923-669AD0DF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C90E7-3D3F-4D29-8D99-E13EEB9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Octopus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9007C-11DD-4F30-A9A2-B653FBA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Context para deployments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4A9E0-BA81-4D5B-9BD5-D1FCE00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El control plane hoy recibe valores resueltos, pero no sabe de dónde vienen ni qué relaciones los explican.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C5803-89E1-4C9C-A960-F91F734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746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74646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B7305-6475-4F29-85EF-DEA685D1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params sin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82162-0B4E-42D1-9B0E-7209F5B9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B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87B62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45B3D-82F8-45E5-8FC5-6176C726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3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 opcional en el mensaje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2D380-07B5-43FD-B485-84D6F52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3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A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A2B"/>
                </a:solidFill>
                <a:latin typeface="Aptos"/>
                <a:ea typeface="Aptos"/>
                <a:cs typeface="Aptos"/>
              </a:rPr>
              <a:t>Incluye relaciones activas, outputs e identidad del componente.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5BA36-FA76-4D29-99C1-E96634A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73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73D6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F5C9F-39A2-4152-89FA-8961F8B3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5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55C"/>
                </a:solidFill>
                <a:latin typeface="Aptos"/>
                <a:ea typeface="Aptos"/>
                <a:cs typeface="Aptos"/>
              </a:rPr>
              <a:t>Los control planes reciben la información necesaria para evolucionar, sin alterar el flujo actual de deploy.</a:t>
            </a:r>
          </a:p>
        </p:txBody>
      </p:sp>
    </p:spTree>
    <p:extLst>
      <p:ext uri="{BB962C8B-B14F-4D97-AF65-F5344CB8AC3E}">
        <p14:creationId xmlns:p14="http://schemas.microsoft.com/office/powerpoint/2010/main" val="371634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2026-09-04T18:49:15.1810000Z</dcterms:created>
  <dcterms:modified xsi:type="dcterms:W3CDTF">2026-09-04T18:49:15.1810000Z</dcterms:modified>
</coreProperties>
</file>